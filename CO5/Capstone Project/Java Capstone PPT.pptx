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9" r:id="rId2"/>
  </p:sldMasterIdLst>
  <p:notesMasterIdLst>
    <p:notesMasterId r:id="rId19"/>
  </p:notesMasterIdLst>
  <p:sldIdLst>
    <p:sldId id="256" r:id="rId3"/>
    <p:sldId id="258" r:id="rId4"/>
    <p:sldId id="257" r:id="rId5"/>
    <p:sldId id="260" r:id="rId6"/>
    <p:sldId id="261" r:id="rId7"/>
    <p:sldId id="263" r:id="rId8"/>
    <p:sldId id="271" r:id="rId9"/>
    <p:sldId id="265" r:id="rId10"/>
    <p:sldId id="266" r:id="rId11"/>
    <p:sldId id="267" r:id="rId12"/>
    <p:sldId id="270" r:id="rId13"/>
    <p:sldId id="272" r:id="rId14"/>
    <p:sldId id="273" r:id="rId15"/>
    <p:sldId id="274" r:id="rId16"/>
    <p:sldId id="269" r:id="rId17"/>
    <p:sldId id="275" r:id="rId18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Questrial" panose="020B0604020202020204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63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768" autoAdjust="0"/>
  </p:normalViewPr>
  <p:slideViewPr>
    <p:cSldViewPr snapToGrid="0" showGuides="1">
      <p:cViewPr varScale="1">
        <p:scale>
          <a:sx n="73" d="100"/>
          <a:sy n="73" d="100"/>
        </p:scale>
        <p:origin x="1738" y="67"/>
      </p:cViewPr>
      <p:guideLst>
        <p:guide orient="horz" pos="2160"/>
        <p:guide pos="2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lang="en-US"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fld>
            <a:endParaRPr lang="en-US" sz="1800" b="0" i="0" u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</a:t>
            </a:fld>
            <a:endParaRPr lang="en-US" sz="1800" b="0" i="0" u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" name="Google Shape;18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 rot="5400000">
            <a:off x="2396332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 panose="020F050202020403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 panose="020F050202020403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 panose="020F0502020204030204"/>
              <a:buNone/>
              <a:defRPr sz="3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/>
        </p:nvSpPr>
        <p:spPr>
          <a:xfrm>
            <a:off x="7162800" y="152400"/>
            <a:ext cx="19812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</a:pPr>
            <a:r>
              <a:rPr lang="en-US" sz="2000" b="0" i="0" u="sng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Outline</a:t>
            </a:r>
          </a:p>
        </p:txBody>
      </p:sp>
      <p:sp>
        <p:nvSpPr>
          <p:cNvPr id="80" name="Google Shape;80;p12"/>
          <p:cNvSpPr/>
          <p:nvPr/>
        </p:nvSpPr>
        <p:spPr>
          <a:xfrm rot="5400000">
            <a:off x="7086600" y="76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w="120000" h="120000" fill="darken" extrusionOk="0"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w="120000" h="120000" fill="none" extrusionOk="0"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w="120000" h="120000" fill="none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C0C0C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" name="Google Shape;81;p12"/>
          <p:cNvSpPr/>
          <p:nvPr/>
        </p:nvSpPr>
        <p:spPr>
          <a:xfrm rot="-5400000">
            <a:off x="7086600" y="457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w="120000" h="120000" fill="darken" extrusionOk="0"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w="120000" h="120000" fill="none" extrusionOk="0"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w="120000" h="120000" fill="none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C0C0C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" name="Google Shape;82;p12"/>
          <p:cNvSpPr txBox="1"/>
          <p:nvPr/>
        </p:nvSpPr>
        <p:spPr>
          <a:xfrm>
            <a:off x="6705600" y="838200"/>
            <a:ext cx="24384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" name="Google Shape;83;p12"/>
          <p:cNvSpPr txBox="1"/>
          <p:nvPr/>
        </p:nvSpPr>
        <p:spPr>
          <a:xfrm>
            <a:off x="0" y="6400800"/>
            <a:ext cx="6629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r>
              <a:rPr lang="en-US" sz="18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© Copyright 1992–2004 by Deitel &amp; Associates, Inc. and Pearson Education Inc. All Rights Reserved</a:t>
            </a:r>
            <a:r>
              <a:rPr lang="en-US" sz="1800" b="0" i="0" u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.</a:t>
            </a:r>
          </a:p>
        </p:txBody>
      </p:sp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 panose="020F0502020204030204"/>
              <a:buNone/>
              <a:defRPr sz="3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  <a:defRPr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fld>
            <a:endParaRPr lang="en-US" sz="900" b="0" i="0" u="none" strike="noStrike" cap="non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0" name="Google Shape;100;p14" descr="SSE-Computer Science and Engineeri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52500" y="9525"/>
            <a:ext cx="7239000" cy="110966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 flipH="1">
            <a:off x="622946" y="1600574"/>
            <a:ext cx="7663158" cy="1253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 panose="02020603050405020304"/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Print Ease: A Campus Quick-Commerce Platform for On-Demand Academic Printing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US" sz="3200" b="1" i="0" u="none" strike="noStrike" cap="none" dirty="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334645" y="4294287"/>
            <a:ext cx="4302125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 panose="02020603050405020304"/>
              <a:buNone/>
            </a:pPr>
            <a:r>
              <a:rPr lang="en-US" sz="3200" b="1" i="0" u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Guided By:</a:t>
            </a:r>
            <a:endParaRPr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Times New Roman" panose="02020603050405020304"/>
              <a:buNone/>
            </a:pPr>
            <a:r>
              <a:rPr lang="en-US" sz="2000" i="0" u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	Dr.  A. Mohan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Times New Roman" panose="02020603050405020304"/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	Dr. E. Meganadhan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Times New Roman" panose="02020603050405020304"/>
              <a:buNone/>
            </a:pPr>
            <a:endParaRPr sz="1800" b="1" i="0" u="none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1" i="0" u="none" dirty="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dirty="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06745" y="4004310"/>
            <a:ext cx="4629785" cy="2557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</a:pPr>
            <a:r>
              <a:rPr lang="en-IN" sz="3200" b="1" i="0" u="none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Done By:</a:t>
            </a:r>
            <a:endParaRPr sz="3200" b="1" i="0" u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Times New Roman" panose="02020603050405020304"/>
              <a:buNone/>
            </a:pPr>
            <a:r>
              <a:rPr lang="en-US" sz="2000" i="0" u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Saranraj M (192511182)</a:t>
            </a:r>
          </a:p>
          <a:p>
            <a:pPr>
              <a:buClr>
                <a:srgbClr val="002060"/>
              </a:buClr>
              <a:buSzPts val="1800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Times New Roman" panose="02020603050405020304"/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Manoj M (192511060)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Times New Roman" panose="02020603050405020304"/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Times New Roman" panose="02020603050405020304"/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Denzil moses S</a:t>
            </a:r>
            <a:r>
              <a:rPr lang="en-US" sz="2000" i="0" u="none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(192511036)</a:t>
            </a:r>
            <a:endParaRPr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/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r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3/20/2025</a:t>
            </a:r>
          </a:p>
        </p:txBody>
      </p:sp>
      <p:sp>
        <p:nvSpPr>
          <p:cNvPr id="118" name="Google Shape;118;p16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fld>
            <a:endParaRPr lang="en-US" sz="900" b="0" i="0" u="non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19" name="Google Shape;119;p16" descr="SSE-Computer Science and Engineeri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8200" y="0"/>
            <a:ext cx="7239000" cy="110966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628650" y="1789615"/>
            <a:ext cx="8411178" cy="4249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8" algn="just">
              <a:buFont typeface="Wingdings" panose="05000000000000000000" pitchFamily="2" charset="2"/>
              <a:buChar char="v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Saveetha University students often get access to hall tickets and certain academic documents very close to the examination or submission time.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Students must obtain printed copies immediately, but the available printing support inside the campus is limited.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Hostel students face additional difficulty because urgent printing outside the campus may not always be feasible.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dependency on a single campus print shop creates congestion, long waiting time, and service delays during exam periods.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Last-minute printing of hall tickets, assignments, and records becomes stressful due to queue overload and lack of a structured ordering system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IN" sz="1600" i="0" u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680029-CA49-EB3A-3610-3B21E71B9631}"/>
              </a:ext>
            </a:extLst>
          </p:cNvPr>
          <p:cNvSpPr txBox="1"/>
          <p:nvPr/>
        </p:nvSpPr>
        <p:spPr>
          <a:xfrm>
            <a:off x="1741990" y="1186205"/>
            <a:ext cx="56600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IN" sz="4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Problem Statement</a:t>
            </a:r>
            <a:endParaRPr lang="en-IN" sz="4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title"/>
          </p:nvPr>
        </p:nvSpPr>
        <p:spPr>
          <a:xfrm>
            <a:off x="1050433" y="1381841"/>
            <a:ext cx="7043133" cy="303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 panose="02020603050405020304"/>
              <a:buNone/>
            </a:pPr>
            <a:r>
              <a:rPr lang="en-US" sz="4400" i="0" u="none" dirty="0">
                <a:solidFill>
                  <a:srgbClr val="00B0F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</a:p>
        </p:txBody>
      </p:sp>
      <p:sp>
        <p:nvSpPr>
          <p:cNvPr id="110" name="Google Shape;110;p15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fld>
            <a:endParaRPr lang="en-US" sz="900" b="0" i="0" u="non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11" name="Google Shape;111;p15" descr="SSE-Computer Science and Engineeri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8200" y="30162"/>
            <a:ext cx="7239000" cy="98943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>
            <a:spLocks noGrp="1"/>
          </p:cNvSpPr>
          <p:nvPr>
            <p:ph type="body" idx="1"/>
          </p:nvPr>
        </p:nvSpPr>
        <p:spPr>
          <a:xfrm>
            <a:off x="838200" y="2350821"/>
            <a:ext cx="7622540" cy="3667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spcBef>
                <a:spcPts val="0"/>
              </a:spcBef>
              <a:buSzPts val="2100"/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Printing academic documents is a common and essential need for college students.</a:t>
            </a:r>
          </a:p>
          <a:p>
            <a:pPr marL="285750" indent="-285750">
              <a:spcBef>
                <a:spcPts val="0"/>
              </a:spcBef>
              <a:buSzPts val="2100"/>
              <a:buFont typeface="Wingdings" panose="05000000000000000000" pitchFamily="2" charset="2"/>
              <a:buChar char="v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Bef>
                <a:spcPts val="0"/>
              </a:spcBef>
              <a:buSzPts val="2100"/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Students often face difficulty printing hall tickets, assignments, and records on time, especially during urgent situations. </a:t>
            </a:r>
          </a:p>
          <a:p>
            <a:pPr marL="0" indent="0">
              <a:spcBef>
                <a:spcPts val="0"/>
              </a:spcBef>
              <a:buSzPts val="2100"/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Bef>
                <a:spcPts val="0"/>
              </a:spcBef>
              <a:buSzPts val="2100"/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Limited campus printing facilities and long queues increase the problem.</a:t>
            </a:r>
          </a:p>
          <a:p>
            <a:pPr marL="285750" indent="-285750">
              <a:spcBef>
                <a:spcPts val="0"/>
              </a:spcBef>
              <a:buSzPts val="2100"/>
              <a:buFont typeface="Wingdings" panose="05000000000000000000" pitchFamily="2" charset="2"/>
              <a:buChar char="v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Bef>
                <a:spcPts val="0"/>
              </a:spcBef>
              <a:buSzPts val="2100"/>
              <a:buFont typeface="Wingdings" panose="05000000000000000000" pitchFamily="2" charset="2"/>
              <a:buChar char="v"/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PrintEase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is proposed to connect students with nearby print shops for quick and reliable printing services.</a:t>
            </a:r>
          </a:p>
          <a:p>
            <a:pPr marL="285750" indent="-285750">
              <a:spcBef>
                <a:spcPts val="0"/>
              </a:spcBef>
              <a:buSzPts val="2100"/>
              <a:buFont typeface="Wingdings" panose="05000000000000000000" pitchFamily="2" charset="2"/>
              <a:buChar char="v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Bef>
                <a:spcPts val="0"/>
              </a:spcBef>
              <a:buSzPts val="2100"/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system supports document upload, order placement, and print delivery or pickup.</a:t>
            </a:r>
            <a:endParaRPr lang="en-IN" sz="1800" b="0" i="0" u="none" dirty="0">
              <a:solidFill>
                <a:schemeClr val="dk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>
            <a:spLocks noGrp="1"/>
          </p:cNvSpPr>
          <p:nvPr>
            <p:ph type="title"/>
          </p:nvPr>
        </p:nvSpPr>
        <p:spPr>
          <a:xfrm>
            <a:off x="783241" y="1511745"/>
            <a:ext cx="7577517" cy="486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 panose="02020603050405020304"/>
              <a:buNone/>
            </a:pPr>
            <a:r>
              <a:rPr lang="en-IN" sz="4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Proposed System</a:t>
            </a:r>
            <a:endParaRPr sz="4400" dirty="0">
              <a:solidFill>
                <a:srgbClr val="00B0F0"/>
              </a:solidFill>
            </a:endParaRPr>
          </a:p>
        </p:txBody>
      </p:sp>
      <p:sp>
        <p:nvSpPr>
          <p:cNvPr id="136" name="Google Shape;136;p18"/>
          <p:cNvSpPr txBox="1">
            <a:spLocks noGrp="1"/>
          </p:cNvSpPr>
          <p:nvPr>
            <p:ph type="body" idx="1"/>
          </p:nvPr>
        </p:nvSpPr>
        <p:spPr>
          <a:xfrm>
            <a:off x="190499" y="2301889"/>
            <a:ext cx="8763000" cy="475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Print Ease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is a web-based campus printing platform developed to handle urgent academic printing requirements efficiently. 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system enables students to upload documents such as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hall tickets, assignments, records, and lab-related files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through an online interface.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Students can select a nearby print shop, specify printing details, and place the order digitally instead of visiting the shop first. 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print shop owner receives the request, views the document details, prints the file, and updates the order status through the system. 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Overall, the proposed system provides a faster, more organized, and student-friendly solution for academic printing inside and around the campus environment. </a:t>
            </a:r>
          </a:p>
          <a:p>
            <a:pPr marL="171450" marR="0" lvl="0" indent="-6985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6985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endParaRPr lang="en-IN" sz="1800" b="0" i="0" u="none" dirty="0">
              <a:solidFill>
                <a:schemeClr val="dk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</a:t>
            </a:fld>
            <a:endParaRPr lang="en-US" sz="900" b="0" i="0" u="non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38" name="Google Shape;138;p18" descr="SSE-Computer Science and Engineeri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8200" y="109537"/>
            <a:ext cx="7239000" cy="110966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533400" y="6376987"/>
            <a:ext cx="1524000" cy="23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Calibri" panose="020F0502020204030204"/>
              <a:buNone/>
            </a:pPr>
            <a:r>
              <a:rPr lang="en-US" sz="900" b="0" i="0" u="none">
                <a:solidFill>
                  <a:srgbClr val="7F7F7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3/20/2025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/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r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</a:p>
        </p:txBody>
      </p:sp>
      <p:sp>
        <p:nvSpPr>
          <p:cNvPr id="146" name="Google Shape;146;p19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</a:t>
            </a:fld>
            <a:endParaRPr lang="en-US" sz="900" b="0" i="0" u="non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47" name="Google Shape;147;p19" descr="SSE-Computer Science and Engineeri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66800" y="109537"/>
            <a:ext cx="7239000" cy="110966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2461327" y="1287730"/>
            <a:ext cx="4221345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Existing System</a:t>
            </a:r>
            <a:endParaRPr sz="4400" b="1" i="0" u="none" dirty="0">
              <a:solidFill>
                <a:srgbClr val="00B0F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304800" y="2125662"/>
            <a:ext cx="8613775" cy="294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628650" y="2590800"/>
            <a:ext cx="737235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165114" y="2683398"/>
            <a:ext cx="8893146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Students currently download hall tickets, assignments, records, and other academic documents manually from the college portal or their devices. </a:t>
            </a: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obtain printed copies, they must visit a print shop directly and wait for the printing process. </a:t>
            </a: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There is no proper system for online document submission, advance order placement, or print status tracking. </a:t>
            </a: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existing process is fully manual and becomes inefficient during last-minute academic printing needs.</a:t>
            </a:r>
            <a:endParaRPr sz="1800" b="0" i="0" u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</a:t>
            </a:fld>
            <a:endParaRPr lang="en-US" sz="900" b="0" i="0" u="non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5" name="Google Shape;165;p21" descr="SSE-Computer Science and Engineeri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8200" y="109537"/>
            <a:ext cx="7239000" cy="110966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1"/>
          <p:cNvSpPr txBox="1"/>
          <p:nvPr/>
        </p:nvSpPr>
        <p:spPr>
          <a:xfrm>
            <a:off x="2165913" y="1315488"/>
            <a:ext cx="4812174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Objectives</a:t>
            </a:r>
            <a:r>
              <a:rPr lang="en-IN" sz="4400" dirty="0">
                <a:solidFill>
                  <a:srgbClr val="00B0F0"/>
                </a:solidFill>
                <a:sym typeface="+mn-ea"/>
              </a:rPr>
              <a:t> </a:t>
            </a:r>
            <a:endParaRPr sz="4400" b="1" i="0" u="none" dirty="0">
              <a:solidFill>
                <a:srgbClr val="00B0F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173620" y="2950580"/>
            <a:ext cx="8854633" cy="2987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develop a web-based platform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on-demand academic printing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help students print urgent documents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hall tickets, assignments, and records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without unnecessary delay. 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connect students with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nearby print shops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through a digital ordering system.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To support efficient management of students, print shops, and printing orders through a centralized system. 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816" y="1352561"/>
            <a:ext cx="2638368" cy="518880"/>
          </a:xfrm>
        </p:spPr>
        <p:txBody>
          <a:bodyPr/>
          <a:lstStyle/>
          <a:p>
            <a:pPr algn="ctr"/>
            <a:r>
              <a:rPr lang="en-US" altLang="en-IN" sz="4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756" y="2196097"/>
            <a:ext cx="5560244" cy="4682923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15072" y="2143545"/>
            <a:ext cx="4572000" cy="275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Student Module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Register / Login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Upload Document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Place Order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Track Order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Order History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Profile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6" name="Google Shape;202;p25" descr="SSE-Computer Science and Engineering">
            <a:extLst>
              <a:ext uri="{FF2B5EF4-FFF2-40B4-BE49-F238E27FC236}">
                <a16:creationId xmlns:a16="http://schemas.microsoft.com/office/drawing/2014/main" id="{4389518B-CA41-4076-9308-0C63E50BB67E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24852" y="12649"/>
            <a:ext cx="7294296" cy="1015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/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r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</a:p>
        </p:txBody>
      </p:sp>
      <p:sp>
        <p:nvSpPr>
          <p:cNvPr id="183" name="Google Shape;183;p23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fld>
            <a:endParaRPr lang="en-US" sz="900" b="0" i="0" u="non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84" name="Google Shape;184;p23" descr="SSE-Computer Science and Engineeri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8200" y="109537"/>
            <a:ext cx="7239000" cy="110966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3"/>
          <p:cNvSpPr txBox="1"/>
          <p:nvPr/>
        </p:nvSpPr>
        <p:spPr>
          <a:xfrm rot="10800000" flipV="1">
            <a:off x="1610742" y="1147060"/>
            <a:ext cx="6105396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 panose="02020603050405020304"/>
              <a:buNone/>
            </a:pPr>
            <a:r>
              <a:rPr lang="en-US" sz="4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	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0702" y="2129742"/>
            <a:ext cx="5383298" cy="4728258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8201" y="2023371"/>
            <a:ext cx="3198298" cy="283154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Print Shop Owner Module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Login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View Orders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Order Details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Update Status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Pricing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 txBox="1"/>
          <p:nvPr/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r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</a:p>
        </p:txBody>
      </p:sp>
      <p:sp>
        <p:nvSpPr>
          <p:cNvPr id="192" name="Google Shape;192;p24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9</a:t>
            </a:fld>
            <a:endParaRPr lang="en-US" sz="900" b="0" i="0" u="non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93" name="Google Shape;193;p24" descr="SSE-Computer Science and Engineeri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8200" y="109537"/>
            <a:ext cx="7239000" cy="1109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2028077"/>
            <a:ext cx="4457700" cy="4557918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114300" y="2156054"/>
            <a:ext cx="4572000" cy="36625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just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ADMIN MODULE: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Access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Records Management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Details Management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Shop Management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 Information Management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Order Monitoring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 Management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Status Control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A4E803-38C6-030B-A4D7-147A80225158}"/>
              </a:ext>
            </a:extLst>
          </p:cNvPr>
          <p:cNvSpPr txBox="1"/>
          <p:nvPr/>
        </p:nvSpPr>
        <p:spPr>
          <a:xfrm>
            <a:off x="2286000" y="1302906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 panose="02020603050405020304"/>
              <a:buNone/>
            </a:pPr>
            <a:r>
              <a:rPr lang="en-US" sz="4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	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/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r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</a:p>
        </p:txBody>
      </p:sp>
      <p:sp>
        <p:nvSpPr>
          <p:cNvPr id="201" name="Google Shape;201;p25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10</a:t>
            </a:fld>
            <a:endParaRPr lang="en-US" sz="900" b="0" i="0" u="non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02" name="Google Shape;202;p25" descr="SSE-Computer Science and Engineeri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8200" y="109537"/>
            <a:ext cx="7294296" cy="101525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5"/>
          <p:cNvSpPr txBox="1"/>
          <p:nvPr/>
        </p:nvSpPr>
        <p:spPr>
          <a:xfrm>
            <a:off x="2341944" y="1440177"/>
            <a:ext cx="4647526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 panose="02020603050405020304"/>
              <a:buNone/>
            </a:pPr>
            <a:r>
              <a:rPr lang="en-IN" sz="4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Technology Stack</a:t>
            </a:r>
            <a:endParaRPr sz="4400" dirty="0">
              <a:solidFill>
                <a:srgbClr val="00B0F0"/>
              </a:solidFill>
            </a:endParaRPr>
          </a:p>
        </p:txBody>
      </p:sp>
      <p:sp>
        <p:nvSpPr>
          <p:cNvPr id="204" name="Google Shape;204;p25"/>
          <p:cNvSpPr txBox="1"/>
          <p:nvPr/>
        </p:nvSpPr>
        <p:spPr>
          <a:xfrm>
            <a:off x="553765" y="2863839"/>
            <a:ext cx="8779858" cy="623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Frontend: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HTML, CSS, JavaScript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Backend: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Spring Boot (Java)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Database: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MySQL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2100"/>
            </a:pPr>
            <a:endParaRPr sz="2000" b="0" i="0" u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11</a:t>
            </a:fld>
            <a:endParaRPr lang="en-US" sz="900" b="0" i="0" u="non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2" name="Google Shape;212;p26"/>
          <p:cNvSpPr txBox="1"/>
          <p:nvPr/>
        </p:nvSpPr>
        <p:spPr>
          <a:xfrm>
            <a:off x="3124200" y="1331310"/>
            <a:ext cx="2488324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 panose="02020603050405020304"/>
              <a:buNone/>
            </a:pPr>
            <a:r>
              <a:rPr lang="en-IN" sz="4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</a:t>
            </a:r>
            <a:r>
              <a:rPr lang="en-US" altLang="en-IN" sz="4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</a:t>
            </a:r>
            <a:r>
              <a:rPr lang="en-IN" sz="4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rkflow</a:t>
            </a:r>
            <a:endParaRPr sz="2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3" name="Google Shape;213;p26" descr="SSE-Computer Science and Engineeri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19150" y="161925"/>
            <a:ext cx="72390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Content Placeholder 4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732" y="2212821"/>
            <a:ext cx="7582535" cy="4165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254643" y="2169160"/>
            <a:ext cx="8796759" cy="36461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Reduces the difficulty of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last-minute academic printing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for students. </a:t>
            </a:r>
          </a:p>
          <a:p>
            <a:pPr algn="just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Helps students obtain urgent documents such as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hall tickets, assignments, and records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in a faster and more organized way.</a:t>
            </a:r>
          </a:p>
          <a:p>
            <a:pPr algn="just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Saves time by allowing students to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upload documents and place print orders online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instead of visiting the shop first.</a:t>
            </a:r>
          </a:p>
          <a:p>
            <a:pPr algn="just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Benefits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hostel students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by providing a more convenient way to access nearby printing services. </a:t>
            </a:r>
          </a:p>
          <a:p>
            <a:pPr algn="just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Supports both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pickup and delivery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making the system more flexible for urgent academic needs.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588770" y="1346978"/>
            <a:ext cx="5966460" cy="7694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IN" sz="4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Advantages</a:t>
            </a:r>
          </a:p>
        </p:txBody>
      </p:sp>
      <p:pic>
        <p:nvPicPr>
          <p:cNvPr id="5" name="Google Shape;202;p25" descr="SSE-Computer Science and Engineering">
            <a:extLst>
              <a:ext uri="{FF2B5EF4-FFF2-40B4-BE49-F238E27FC236}">
                <a16:creationId xmlns:a16="http://schemas.microsoft.com/office/drawing/2014/main" id="{337949CE-C4E0-4B69-969A-AE8ECAFA27DD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38200" y="109537"/>
            <a:ext cx="7294296" cy="1015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601884" y="2265680"/>
            <a:ext cx="8194875" cy="3093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Add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online payment integration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for digital transaction support. 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Introduce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live order and delivery tracking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for better user convenience.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Integrate with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more nearby print shops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for wider service availability. 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Provide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priority printing support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for urgent hall tickets and exam documents.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Expand the platform to support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multiple campuses and institutions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130987" y="1382167"/>
            <a:ext cx="5136668" cy="7694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IN" sz="4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Future Enhancements</a:t>
            </a:r>
          </a:p>
        </p:txBody>
      </p:sp>
      <p:pic>
        <p:nvPicPr>
          <p:cNvPr id="5" name="Google Shape;202;p25" descr="SSE-Computer Science and Engineering">
            <a:extLst>
              <a:ext uri="{FF2B5EF4-FFF2-40B4-BE49-F238E27FC236}">
                <a16:creationId xmlns:a16="http://schemas.microsoft.com/office/drawing/2014/main" id="{139A55F9-8683-4EAF-9CBE-23D98A30A8C1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38200" y="109537"/>
            <a:ext cx="7294296" cy="1015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28264" y="2407346"/>
            <a:ext cx="8588415" cy="24422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endParaRPr lang="en-IN" sz="1700" b="1" dirty="0" err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7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PrintEase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is a web-based solution developed to support urgent academic printing for students. </a:t>
            </a:r>
          </a:p>
          <a:p>
            <a:pPr algn="just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helps address problems such as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late hall ticket access, queue congestion, and limited printing availability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within the campus environment.</a:t>
            </a:r>
          </a:p>
          <a:p>
            <a:pPr algn="just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Thus, the proposed system improves the efficiency and accessibility of academic printing services in Saveetha University. 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199348" y="1473682"/>
            <a:ext cx="4572000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IN" sz="5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 </a:t>
            </a:r>
          </a:p>
        </p:txBody>
      </p:sp>
      <p:pic>
        <p:nvPicPr>
          <p:cNvPr id="5" name="Google Shape;202;p25" descr="SSE-Computer Science and Engineering">
            <a:extLst>
              <a:ext uri="{FF2B5EF4-FFF2-40B4-BE49-F238E27FC236}">
                <a16:creationId xmlns:a16="http://schemas.microsoft.com/office/drawing/2014/main" id="{557C69B9-7A4F-433B-9910-B0A08D8BDD3B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38200" y="109537"/>
            <a:ext cx="7294296" cy="1015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 panose="020F0502020204030204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15</a:t>
            </a:fld>
            <a:endParaRPr lang="en-US" sz="900" b="0" i="0" u="non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0" name="Google Shape;220;p27"/>
          <p:cNvSpPr txBox="1"/>
          <p:nvPr/>
        </p:nvSpPr>
        <p:spPr>
          <a:xfrm>
            <a:off x="2895600" y="2936875"/>
            <a:ext cx="4200525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 panose="02020603050405020304"/>
              <a:buNone/>
            </a:pPr>
            <a:r>
              <a:rPr lang="en-US" sz="4000" b="1" i="0" u="none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</a:t>
            </a:r>
            <a:endParaRPr sz="3200" b="1" i="0" u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dirty="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A4F5E-20AD-4BA2-8059-C6426522D8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A0DE5C-4428-497F-A44F-397179567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27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792</Words>
  <Application>Microsoft Office PowerPoint</Application>
  <PresentationFormat>On-screen Show (4:3)</PresentationFormat>
  <Paragraphs>144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Calibri</vt:lpstr>
      <vt:lpstr>Arial</vt:lpstr>
      <vt:lpstr>Times New Roman</vt:lpstr>
      <vt:lpstr>Wingdings</vt:lpstr>
      <vt:lpstr>Questrial</vt:lpstr>
      <vt:lpstr>Office Theme</vt:lpstr>
      <vt:lpstr>1_Office Theme</vt:lpstr>
      <vt:lpstr>PowerPoint Presentation</vt:lpstr>
      <vt:lpstr>PowerPoint Presentation</vt:lpstr>
      <vt:lpstr>Introduction</vt:lpstr>
      <vt:lpstr>Proposed System</vt:lpstr>
      <vt:lpstr>PowerPoint Presentation</vt:lpstr>
      <vt:lpstr>PowerPoint Presentation</vt:lpstr>
      <vt:lpstr>Module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SMILE</cp:lastModifiedBy>
  <cp:revision>63</cp:revision>
  <dcterms:created xsi:type="dcterms:W3CDTF">2026-06-24T09:30:46Z</dcterms:created>
  <dcterms:modified xsi:type="dcterms:W3CDTF">2026-06-25T05:16:05Z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DD1B0A27A9344592987C03119466BBEC_12</vt:lpwstr>
  </property>
</Properties>
</file>