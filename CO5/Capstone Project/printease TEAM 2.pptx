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20"/>
  </p:notesMasterIdLst>
  <p:sldIdLst>
    <p:sldId id="256" r:id="rId3"/>
    <p:sldId id="258" r:id="rId4"/>
    <p:sldId id="257" r:id="rId5"/>
    <p:sldId id="260" r:id="rId6"/>
    <p:sldId id="261" r:id="rId7"/>
    <p:sldId id="263" r:id="rId8"/>
    <p:sldId id="271" r:id="rId9"/>
    <p:sldId id="265" r:id="rId10"/>
    <p:sldId id="266" r:id="rId11"/>
    <p:sldId id="267" r:id="rId12"/>
    <p:sldId id="270" r:id="rId13"/>
    <p:sldId id="272" r:id="rId14"/>
    <p:sldId id="273" r:id="rId15"/>
    <p:sldId id="274" r:id="rId16"/>
    <p:sldId id="276" r:id="rId17"/>
    <p:sldId id="275" r:id="rId18"/>
    <p:sldId id="269" r:id="rId19"/>
  </p:sldIdLst>
  <p:sldSz cx="9144000" cy="6858000" type="screen4x3"/>
  <p:notesSz cx="6858000" cy="9144000"/>
  <p:embeddedFontLst>
    <p:embeddedFont>
      <p:font typeface="Questrial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63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78805E-A7D9-4A9F-829B-0AC6F866A7FC}" v="1" dt="2026-06-26T03:06:5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68" autoAdjust="0"/>
  </p:normalViewPr>
  <p:slideViewPr>
    <p:cSldViewPr snapToGrid="0" showGuides="1">
      <p:cViewPr varScale="1">
        <p:scale>
          <a:sx n="66" d="100"/>
          <a:sy n="66" d="100"/>
        </p:scale>
        <p:origin x="1930" y="43"/>
      </p:cViewPr>
      <p:guideLst>
        <p:guide orient="horz" pos="2160"/>
        <p:guide pos="2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rajfriend2@gmail.com" userId="b1eadaa37beb41de" providerId="LiveId" clId="{08FBEF94-647D-4C25-917A-FDA3E6A85AC4}"/>
    <pc:docChg chg="modSld">
      <pc:chgData name="saranrajfriend2@gmail.com" userId="b1eadaa37beb41de" providerId="LiveId" clId="{08FBEF94-647D-4C25-917A-FDA3E6A85AC4}" dt="2026-06-26T03:07:12.554" v="4" actId="2710"/>
      <pc:docMkLst>
        <pc:docMk/>
      </pc:docMkLst>
      <pc:sldChg chg="modSp mod">
        <pc:chgData name="saranrajfriend2@gmail.com" userId="b1eadaa37beb41de" providerId="LiveId" clId="{08FBEF94-647D-4C25-917A-FDA3E6A85AC4}" dt="2026-06-26T03:07:12.554" v="4" actId="2710"/>
        <pc:sldMkLst>
          <pc:docMk/>
          <pc:sldMk cId="454017430" sldId="276"/>
        </pc:sldMkLst>
        <pc:spChg chg="mod">
          <ac:chgData name="saranrajfriend2@gmail.com" userId="b1eadaa37beb41de" providerId="LiveId" clId="{08FBEF94-647D-4C25-917A-FDA3E6A85AC4}" dt="2026-06-26T03:07:12.554" v="4" actId="2710"/>
          <ac:spMkLst>
            <pc:docMk/>
            <pc:sldMk cId="454017430" sldId="276"/>
            <ac:spMk id="3" creationId="{6C3F478B-B6CD-757C-896B-85574FBEA6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lang="en-US" sz="18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lang="en-US" sz="18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7162800" y="152400"/>
            <a:ext cx="1981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</a:pPr>
            <a:r>
              <a:rPr lang="en-US" sz="2000" b="0" i="0" u="sng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Outline</a:t>
            </a:r>
          </a:p>
        </p:txBody>
      </p:sp>
      <p:sp>
        <p:nvSpPr>
          <p:cNvPr id="80" name="Google Shape;80;p12"/>
          <p:cNvSpPr/>
          <p:nvPr/>
        </p:nvSpPr>
        <p:spPr>
          <a:xfrm rot="5400000">
            <a:off x="7086600" y="7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12"/>
          <p:cNvSpPr/>
          <p:nvPr/>
        </p:nvSpPr>
        <p:spPr>
          <a:xfrm rot="-5400000">
            <a:off x="7086600" y="45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6705600" y="838200"/>
            <a:ext cx="24384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0" y="6400800"/>
            <a:ext cx="6629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© Copyright 1992–2004 by Deitel &amp; Associates, Inc. and Pearson Education Inc. All Rights Reserved</a:t>
            </a:r>
            <a:r>
              <a:rPr lang="en-US" sz="1800" b="0" i="0" u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awt/package-summary.html" TargetMode="External"/><Relationship Id="rId2" Type="http://schemas.openxmlformats.org/officeDocument/2006/relationships/hyperlink" Target="https://docs.oracle.com/javase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fld>
            <a:endParaRPr lang="en-US" sz="900" b="0" i="0" u="none" strike="noStrike" cap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0" name="Google Shape;100;p14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500" y="9525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 flipH="1">
            <a:off x="622946" y="1600574"/>
            <a:ext cx="7663158" cy="125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 Ease: A Campus Quick-Commerce Platform for On-Demand Academic Printing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3200" b="1" i="0" u="none" strike="noStrike" cap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34645" y="4294287"/>
            <a:ext cx="4302125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3200" b="1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Guided By: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	Dr.  A. Mohan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	Dr. E. Meganadhan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endParaRPr sz="1800" b="1" i="0" u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06745" y="4004310"/>
            <a:ext cx="4629785" cy="255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</a:pPr>
            <a:r>
              <a:rPr lang="en-IN" sz="3200" b="1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Done By:</a:t>
            </a:r>
            <a:endParaRPr sz="3200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Saranraj M (192511182)</a:t>
            </a:r>
          </a:p>
          <a:p>
            <a:pPr>
              <a:buClr>
                <a:srgbClr val="002060"/>
              </a:buClr>
              <a:buSzPts val="1800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Manoj M (192511060)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Denzil moses S</a:t>
            </a:r>
            <a:r>
              <a:rPr lang="en-US" sz="2000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(192511036)</a:t>
            </a: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3/20/2025</a:t>
            </a:r>
          </a:p>
        </p:txBody>
      </p:sp>
      <p:sp>
        <p:nvSpPr>
          <p:cNvPr id="118" name="Google Shape;118;p1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9" name="Google Shape;119;p16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0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28650" y="1789615"/>
            <a:ext cx="8411178" cy="424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8"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Saveetha University students often get access to hall tickets and certain academic documents very close to the examination or submission time.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must obtain printed copies immediately, but the available printing support inside the campus is limited.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Hostel students face additional difficulty because urgent printing outside the campus may not always be feasible.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dependency on a single campus print shop creates congestion, long waiting time, and service delays during exam periods.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Last-minute printing of hall tickets, assignments, and records becomes stressful due to queue overload and lack of a structured ordering system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sz="1600" i="0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80029-CA49-EB3A-3610-3B21E71B9631}"/>
              </a:ext>
            </a:extLst>
          </p:cNvPr>
          <p:cNvSpPr txBox="1"/>
          <p:nvPr/>
        </p:nvSpPr>
        <p:spPr>
          <a:xfrm>
            <a:off x="1741990" y="1186205"/>
            <a:ext cx="5660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IN" sz="4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1050433" y="1381841"/>
            <a:ext cx="7043133" cy="303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4400" i="0" u="none" dirty="0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10" name="Google Shape;110;p1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1" name="Google Shape;111;p15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30162"/>
            <a:ext cx="7239000" cy="989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838200" y="2350821"/>
            <a:ext cx="7622540" cy="366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Printing academic documents is a common and essential need for college students.</a:t>
            </a: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often face difficulty printing hall tickets, assignments, and records on time, especially during urgent situations. </a:t>
            </a:r>
          </a:p>
          <a:p>
            <a:pPr marL="0" indent="0">
              <a:spcBef>
                <a:spcPts val="0"/>
              </a:spcBef>
              <a:buSzPts val="2100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Limited campus printing facilities and long queues increase the problem.</a:t>
            </a: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PrintEase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proposed to connect students with nearby print shops for quick and reliable printing services.</a:t>
            </a: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supports document upload, order placement, and print delivery or pickup.</a:t>
            </a:r>
            <a:endParaRPr lang="en-IN" sz="1800" b="0" i="0" u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783241" y="1511745"/>
            <a:ext cx="7577517" cy="48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</a:t>
            </a:r>
            <a:endParaRPr sz="4400" dirty="0">
              <a:solidFill>
                <a:srgbClr val="00B0F0"/>
              </a:solidFill>
            </a:endParaRPr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190499" y="2301889"/>
            <a:ext cx="8763000" cy="475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 Ease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a web-based campus printing platform developed to handle urgent academic printing requirements efficiently.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enables students to upload documents such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 tickets, assignments, records, and lab-related files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through an online interface.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can select a nearby print shop, specify printing details, and place the order digitally instead of visiting the shop first.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print shop owner receives the request, views the document details, prints the file, and updates the order status through the system.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Overall, the proposed system provides a faster, more organized, and student-friendly solution for academic printing inside and around the campus environment. </a:t>
            </a:r>
          </a:p>
          <a:p>
            <a:pPr marL="171450" marR="0" lvl="0" indent="-698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698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lang="en-IN" sz="1800" b="0" i="0" u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8" name="Google Shape;138;p18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33400" y="6376987"/>
            <a:ext cx="1524000" cy="23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3/20/2025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146" name="Google Shape;146;p19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7" name="Google Shape;147;p19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68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2461327" y="1287730"/>
            <a:ext cx="422134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</a:t>
            </a:r>
            <a:endParaRPr sz="4400" b="1" i="0" u="none" dirty="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304800" y="2125662"/>
            <a:ext cx="8613775" cy="29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628650" y="2590800"/>
            <a:ext cx="737235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65114" y="2683398"/>
            <a:ext cx="8893146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currently download hall tickets, assignments, records, and other academic documents manually from the college portal or their devices. 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obtain printed copies, they must visit a print shop directly and wait for the printing process. 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is no proper system for online document submission, advance order placement, or print status tracking. 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existing process is fully manual and becomes inefficient during last-minute academic printing needs.</a:t>
            </a:r>
            <a:endParaRPr sz="18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5" name="Google Shape;165;p21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2165913" y="1315488"/>
            <a:ext cx="481217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  <a:r>
              <a:rPr lang="en-IN" sz="4400" dirty="0">
                <a:solidFill>
                  <a:srgbClr val="00B0F0"/>
                </a:solidFill>
                <a:sym typeface="+mn-ea"/>
              </a:rPr>
              <a:t> </a:t>
            </a:r>
            <a:endParaRPr sz="4400" b="1" i="0" u="none" dirty="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73620" y="2950580"/>
            <a:ext cx="8854633" cy="298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develop a web-based platform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on-demand academic printing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help students print urgent documents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 tickets, assignments, and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without unnecessary delay.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connect students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nearby print shops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through a digital ordering system.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support efficient management of students, print shops, and printing orders through a centralized system.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816" y="1352561"/>
            <a:ext cx="2638368" cy="518880"/>
          </a:xfrm>
        </p:spPr>
        <p:txBody>
          <a:bodyPr/>
          <a:lstStyle/>
          <a:p>
            <a:pPr algn="ctr"/>
            <a:r>
              <a:rPr lang="en-US" alt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56" y="2196097"/>
            <a:ext cx="5560244" cy="4682923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5072" y="2143545"/>
            <a:ext cx="4572000" cy="275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 Module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Register / Login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Upload Document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Place Order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Track Order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Order History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Profile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Google Shape;202;p25" descr="SSE-Computer Science and Engineering">
            <a:extLst>
              <a:ext uri="{FF2B5EF4-FFF2-40B4-BE49-F238E27FC236}">
                <a16:creationId xmlns:a16="http://schemas.microsoft.com/office/drawing/2014/main" id="{4389518B-CA41-4076-9308-0C63E50BB67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4852" y="12649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183" name="Google Shape;183;p2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4" name="Google Shape;184;p23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 txBox="1"/>
          <p:nvPr/>
        </p:nvSpPr>
        <p:spPr>
          <a:xfrm rot="10800000" flipV="1">
            <a:off x="1610742" y="1147060"/>
            <a:ext cx="610539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702" y="2129742"/>
            <a:ext cx="5383298" cy="472825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8201" y="2023371"/>
            <a:ext cx="3198298" cy="28315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 Shop Owner Module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Login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View Orders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Order Details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Update Status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Pricing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192" name="Google Shape;192;p2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3" name="Google Shape;193;p24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028077"/>
            <a:ext cx="4457700" cy="455791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14300" y="2156054"/>
            <a:ext cx="4572000" cy="36625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 MODULE: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Access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Records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Shop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 Information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Order Monitoring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Status Control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4E803-38C6-030B-A4D7-147A80225158}"/>
              </a:ext>
            </a:extLst>
          </p:cNvPr>
          <p:cNvSpPr txBox="1"/>
          <p:nvPr/>
        </p:nvSpPr>
        <p:spPr>
          <a:xfrm>
            <a:off x="2286000" y="1302906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	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201" name="Google Shape;201;p2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2" name="Google Shape;202;p25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/>
        </p:nvSpPr>
        <p:spPr>
          <a:xfrm>
            <a:off x="2341944" y="1440177"/>
            <a:ext cx="464752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 panose="02020603050405020304"/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Stack</a:t>
            </a:r>
            <a:endParaRPr sz="4400" dirty="0">
              <a:solidFill>
                <a:srgbClr val="00B0F0"/>
              </a:solidFill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553765" y="2863839"/>
            <a:ext cx="8779858" cy="62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HTML, CSS, JavaScript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Spring Boot (Java)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MySQL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100"/>
            </a:pPr>
            <a:endParaRPr sz="20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3124200" y="1331310"/>
            <a:ext cx="248832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r>
              <a:rPr lang="en-IN" sz="4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rkflow</a:t>
            </a:r>
            <a:endParaRPr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3" name="Google Shape;213;p26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9150" y="161925"/>
            <a:ext cx="7239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32" y="2212821"/>
            <a:ext cx="7582535" cy="416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54643" y="2169160"/>
            <a:ext cx="8796759" cy="3646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Reduces the difficulty of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last-minute academic printing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students. 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students obtain urgent documents such as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 tickets, assignments, and records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 a faster and more organized way.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Saves time by allowing students to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upload documents and place print orders online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instead of visiting the shop first.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Benefits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hostel students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by providing a more convenient way to access nearby printing services. 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Supports both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pickup and delivery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making the system more flexible for urgent academic needs.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588770" y="1346978"/>
            <a:ext cx="596646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337949CE-C4E0-4B69-969A-AE8ECAFA27D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01884" y="2265680"/>
            <a:ext cx="8194875" cy="3093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online payment integration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digital transaction support. 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 order and delivery tracking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better user convenience.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 with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more nearby print shops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wider service availability. 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priority printing support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urgent hall tickets and exam documents.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Expand the platform to support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multiple campuses and institutions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30987" y="1382167"/>
            <a:ext cx="5136668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Enhancements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139A55F9-8683-4EAF-9CBE-23D98A30A8C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8264" y="2407346"/>
            <a:ext cx="8588415" cy="2442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IN" sz="1700" b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PrintEase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a web-based solution developed to support urgent academic printing for students. 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helps address problems such as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late hall ticket access, queue congestion, and limited printing availability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within the campus environment.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Thus, the proposed system improves the efficiency and accessibility of academic printing services in Saveetha University.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99348" y="1473682"/>
            <a:ext cx="457200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5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557C69B9-7A4F-433B-9910-B0A08D8BDD3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E00D-CC51-F8F9-A6C8-6964ADD5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8A922-80E8-714C-2AF2-4CF9376E30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6C3F478B-B6CD-757C-896B-85574FBEA677}"/>
              </a:ext>
            </a:extLst>
          </p:cNvPr>
          <p:cNvSpPr txBox="1"/>
          <p:nvPr/>
        </p:nvSpPr>
        <p:spPr>
          <a:xfrm>
            <a:off x="428264" y="2407346"/>
            <a:ext cx="8588415" cy="394900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H. M. Deitel and P. J. Deitel,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Java: How to Program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12th ed. Pearson Education, 2021.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Sierra and B. Bates,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First Java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O'Reilly Media, 2022.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E.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Balagurusamy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with Java: A Primer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6th ed. McGraw Hill Education, 2019.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Oracle Corporation,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Java™ Platform, Standard Edition Documentation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https://docs.oracle.com/javase/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Oracle Corporation,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AWT (Abstract Window Toolkit) Documentation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https://docs.oracle.com/javase/8/docs/api/java/awt/package-summary.html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A95EA18-47DD-FF9E-1A7A-AB1B2E977F5D}"/>
              </a:ext>
            </a:extLst>
          </p:cNvPr>
          <p:cNvSpPr txBox="1"/>
          <p:nvPr/>
        </p:nvSpPr>
        <p:spPr>
          <a:xfrm>
            <a:off x="2199348" y="1473682"/>
            <a:ext cx="457200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5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 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5F0565C0-0147-7FC8-F9A6-093975F4488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4017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A4F5E-20AD-4BA2-8059-C6426522D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0DE5C-4428-497F-A44F-39717956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2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17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2895600" y="2936875"/>
            <a:ext cx="420052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 panose="02020603050405020304"/>
              <a:buNone/>
            </a:pPr>
            <a:r>
              <a:rPr lang="en-US" sz="4000" b="1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3200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936</Words>
  <Application>Microsoft Office PowerPoint</Application>
  <PresentationFormat>On-screen Show (4:3)</PresentationFormat>
  <Paragraphs>151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Wingdings</vt:lpstr>
      <vt:lpstr>Questrial</vt:lpstr>
      <vt:lpstr>Times New Roman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Introduction</vt:lpstr>
      <vt:lpstr>Proposed System</vt:lpstr>
      <vt:lpstr>PowerPoint Presentation</vt:lpstr>
      <vt:lpstr>PowerPoint Presentation</vt:lpstr>
      <vt:lpstr>Module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saranrajfriend2@gmail.com</cp:lastModifiedBy>
  <cp:revision>64</cp:revision>
  <dcterms:created xsi:type="dcterms:W3CDTF">2026-06-24T09:30:46Z</dcterms:created>
  <dcterms:modified xsi:type="dcterms:W3CDTF">2026-06-26T03:07:19Z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DD1B0A27A9344592987C03119466BBEC_12</vt:lpwstr>
  </property>
</Properties>
</file>